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461A4B5F-5029-493E-91A7-83FADC4FA670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EU H as it is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E0FE071F-72B7-4207-8EBB-407566D7FE0B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1/7/25 4:32:35 PM EST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ashboard 2" id="2" name="slide2">
            <a:extLst>
              <a:ext uri="{FF2B5EF4-FFF2-40B4-BE49-F238E27FC236}">
                <a16:creationId xmlns:a16="http://schemas.microsoft.com/office/drawing/2014/main" id="{10D877CC-D36B-4468-B8E8-36E4B678117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0" y="0"/>
            <a:ext cx="8572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2025-01-07T21:32:36Z</dcterms:created>
  <dcterms:modified xsi:type="dcterms:W3CDTF">2025-01-07T21:32:36Z</dcterms:modified>
</cp:coreProperties>
</file>