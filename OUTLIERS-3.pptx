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F6150174-E73D-41FF-B3BF-D0F99EFFAE78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OUTLIERS-3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8A831F95-E623-4F02-81A7-92A9546D4477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1/7/25 11:20:19 AM EST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5B0384CB-A525-4101-8753-854A247145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2025-01-07T16:20:20Z</dcterms:created>
  <dcterms:modified xsi:type="dcterms:W3CDTF">2025-01-07T16:20:20Z</dcterms:modified>
</cp:coreProperties>
</file>