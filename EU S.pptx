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D977CFD-B884-4206-950B-66BE758993B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EU 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3455BFF-BCFD-4CA7-B841-6D446BFD772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1/7/25 4:41:04 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2" name="slide2">
            <a:extLst>
              <a:ext uri="{FF2B5EF4-FFF2-40B4-BE49-F238E27FC236}">
                <a16:creationId xmlns:a16="http://schemas.microsoft.com/office/drawing/2014/main" id="{2D75863D-DB4A-461D-85C6-EABA38670B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2025-01-07T21:41:04Z</dcterms:created>
  <dcterms:modified xsi:type="dcterms:W3CDTF">2025-01-07T21:41:04Z</dcterms:modified>
</cp:coreProperties>
</file>